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560320"/>
            <a:ext cx="12161520" cy="22860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65176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Nutrition Agent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37033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using IBM watsonx.ai + IBM Granite Model + LangFlow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20624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"Exploring the Power of Agentic AI"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371600" y="4846320"/>
            <a:ext cx="9418320" cy="0"/>
          </a:xfrm>
          <a:prstGeom prst="line">
            <a:avLst/>
          </a:prstGeom>
          <a:noFill/>
          <a:ln w="12700">
            <a:solidFill>
              <a:srgbClr val="9DC3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Raj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54406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CSE (Pre-Final Year)  |  Ramgarh Engineering College, Jharkhand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7607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AICTE Internship 2026  |  Edunet Foundation × IBM SkillsBuild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91440"/>
            <a:ext cx="1179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Details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61520" cy="18288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6693408"/>
            <a:ext cx="12161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Raj  |  Ramgarh Engineering College  |  AICTE Internship 2026  |  Edunet Foundation × IBM SkillsBuild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822960"/>
            <a:ext cx="11887200" cy="594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932688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Title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383280" y="932688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Nutrition Agent using IBM watsonx.ai + LangFlow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4320" y="1508760"/>
            <a:ext cx="11887200" cy="5943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18488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83280" y="1618488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/ Nutrition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74320" y="2194560"/>
            <a:ext cx="11887200" cy="594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304288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83280" y="2304288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Raj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74320" y="2880360"/>
            <a:ext cx="11887200" cy="5943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2990088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ID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383280" y="2990088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aramanrajaramanraj@gmail.com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74320" y="3566160"/>
            <a:ext cx="11887200" cy="594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675888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(WhatsApp)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383280" y="3675888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9334955453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74320" y="4251960"/>
            <a:ext cx="11887200" cy="5943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361688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383280" y="4361688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Ramgarh Engineering College, Jharkhand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274320" y="4937760"/>
            <a:ext cx="11887200" cy="594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5047488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&amp; Year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383280" y="5047488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Computer Science — Pre-Final Year (2026)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74320" y="5623560"/>
            <a:ext cx="11887200" cy="5943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5733288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383280" y="5733288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github.com/AMANRAJ-Droid/nutrition-agent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91440"/>
            <a:ext cx="1179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61520" cy="18288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6693408"/>
            <a:ext cx="12161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Raj  |  Ramgarh Engineering College  |  AICTE Internship 2026  |  Edunet Foundation × IBM SkillsBuild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274320" y="822960"/>
            <a:ext cx="11612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188720"/>
            <a:ext cx="11612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Indians suffer from diet-related illnesses — diabetes, obesity, and malnutrition — yet affordable, personalised nutritional guidance is out of reach for most. Generic diet apps fail to consider Indian regional cuisines, religious dietary restrictions, and family-level needs.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2148840"/>
            <a:ext cx="11612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Statistics: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56032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101 million diabetics in India require strict diet management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9992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40% of children under 5 are stunted due to malnutrition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438144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135 million obese adults lack access to personalised dietary guidance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877056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Only 1 registered dietitian per 1.27 million people in India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" y="4434840"/>
            <a:ext cx="11612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existing solutions fail: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support for Indian regional cuisines and cultural food habits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52852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Generic plans — not personalised to age, weight, or health conditions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5724144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family-level management — treats everyone the same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91440"/>
            <a:ext cx="1179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61520" cy="18288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6693408"/>
            <a:ext cx="12161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Raj  |  Ramgarh Engineering College  |  AICTE Internship 2026  |  Edunet Foundation × IBM SkillsBuild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274320" y="822960"/>
            <a:ext cx="1161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a multi-agent AI Nutrition Assistant using IBM watsonx.ai and LangFlow that provides personalised dietary guidance rooted in Indian food culture.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1463040"/>
            <a:ext cx="11612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has 4 specialised AI agents: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1920240"/>
            <a:ext cx="73152" cy="86868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965960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 Knowledge Agent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" y="2331720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accurate nutritional data from USDA and WHO databases using RAG pipeline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4320" y="3017520"/>
            <a:ext cx="73152" cy="86868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063240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 Recommendation Agent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" y="3429000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personalised weekly meal plans based on age, weight, health conditions, and Indian food preferences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74320" y="4114800"/>
            <a:ext cx="73152" cy="86868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160520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Advisory Agent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disease-specific guidance for diabetes, thyroid, PCOS, and heart conditions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74320" y="5212080"/>
            <a:ext cx="73152" cy="86868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5257800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Log &amp; Feedback Agent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5623560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Analyses meals logged by the user and gives instant calorie counts and nutritional feedback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91440"/>
            <a:ext cx="1179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Used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61520" cy="18288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6693408"/>
            <a:ext cx="12161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Raj  |  Ramgarh Engineering College  |  AICTE Internship 2026  |  Edunet Foundation × IBM SkillsBuild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822960"/>
            <a:ext cx="5852160" cy="16916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822960"/>
            <a:ext cx="5852160" cy="7315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987552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LangFlow (v1.3+)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" y="1389888"/>
            <a:ext cx="5577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multi-agent workflow builder — used to design and connect all agent nodes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822960"/>
            <a:ext cx="5852160" cy="16916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0" y="822960"/>
            <a:ext cx="5852160" cy="7315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987552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watsonx.ai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46520" y="1389888"/>
            <a:ext cx="5577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platform for model deployment, embeddings, and AI governance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697480"/>
            <a:ext cx="5852160" cy="16916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6" name="Shape 14"/>
          <p:cNvSpPr/>
          <p:nvPr/>
        </p:nvSpPr>
        <p:spPr>
          <a:xfrm>
            <a:off x="274320" y="2697480"/>
            <a:ext cx="5852160" cy="7315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862072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Granite 3.2 8B Instruct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11480" y="3264408"/>
            <a:ext cx="5577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language model powering all agent reasoning, personalisation, and response generation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2697480"/>
            <a:ext cx="5852160" cy="16916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0" y="2697480"/>
            <a:ext cx="5852160" cy="7315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2862072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Pipeline (FAISS/ChromaDB)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46520" y="3264408"/>
            <a:ext cx="5577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real nutritional data from knowledge base before generating any answer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4320" y="4572000"/>
            <a:ext cx="5852160" cy="16916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572000"/>
            <a:ext cx="5852160" cy="7315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4736592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Cloud (us-south)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11480" y="5138928"/>
            <a:ext cx="5577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cloud infrastructure for hosting the model API and storage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4572000"/>
            <a:ext cx="5852160" cy="16916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8" name="Shape 26"/>
          <p:cNvSpPr/>
          <p:nvPr/>
        </p:nvSpPr>
        <p:spPr>
          <a:xfrm>
            <a:off x="6309360" y="4572000"/>
            <a:ext cx="5852160" cy="7315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9" name="Text 27"/>
          <p:cNvSpPr/>
          <p:nvPr/>
        </p:nvSpPr>
        <p:spPr>
          <a:xfrm>
            <a:off x="6446520" y="4736592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/ AGENT_INSTRUCTIONS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46520" y="5138928"/>
            <a:ext cx="5577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Customisable instructions defining agent tone, Indian food preferences, and safety rules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91440"/>
            <a:ext cx="1179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LangFlow Components Used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61520" cy="18288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6693408"/>
            <a:ext cx="12161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Raj  |  Ramgarh Engineering College  |  AICTE Internship 2026  |  Edunet Foundation × IBM SkillsBuild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274320" y="822960"/>
            <a:ext cx="1161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following LangFlow nodes were used to build the Nutrition Agent flow: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280160"/>
            <a:ext cx="502920" cy="71323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4630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32588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Input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166420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 user queries — entry point of the entire agent flow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167128"/>
            <a:ext cx="502920" cy="71323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235000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221284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watsonx AI Agent Node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2551176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agent powered by IBM Granite 3.2 8B. Orchestrates all sub-agents.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054096"/>
            <a:ext cx="502920" cy="71323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323697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309981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(AGENT_INSTRUCTIONS)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3438144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instructions: tone, Indian food preferences, safety rules, disease specialisations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941064"/>
            <a:ext cx="502920" cy="71323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412394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398678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Component (RAG Knowledge Base)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400" y="432511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USDA, WHO, and Indian food composition datasets for accurate data retrieval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828032"/>
            <a:ext cx="502920" cy="71323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25" name="Text 23"/>
          <p:cNvSpPr/>
          <p:nvPr/>
        </p:nvSpPr>
        <p:spPr>
          <a:xfrm>
            <a:off x="274320" y="501091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14400" y="487375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Input (Family Profile)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4400" y="521208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 multi-member family data — ages, conditions, dietary needs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5715000"/>
            <a:ext cx="502920" cy="71323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29" name="Text 27"/>
          <p:cNvSpPr/>
          <p:nvPr/>
        </p:nvSpPr>
        <p:spPr>
          <a:xfrm>
            <a:off x="274320" y="58978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4400" y="576072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Output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14400" y="609904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Displays the final personalised nutrition advice from NutriBot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91440"/>
            <a:ext cx="1179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61520" cy="18288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6693408"/>
            <a:ext cx="12161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Raj  |  Ramgarh Engineering College  |  AICTE Internship 2026  |  Edunet Foundation × IBM SkillsBuild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914400" y="804672"/>
            <a:ext cx="10332720" cy="109728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94183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INTERFACE LAYER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1371600"/>
            <a:ext cx="996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EE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LangFlow Chat UI  |  Web Browser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1901952"/>
            <a:ext cx="10332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2084832"/>
            <a:ext cx="10332720" cy="109728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222199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ORCHESTRATION LAYER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2651760"/>
            <a:ext cx="996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EE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LangFlow Multi-Agent Framework  |  IBM watsonx Agent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182112"/>
            <a:ext cx="10332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14400" y="3364992"/>
            <a:ext cx="10332720" cy="1097280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350215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 LAYER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97280" y="3931920"/>
            <a:ext cx="996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EE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Granite 3.2 8B Instruct  |  IBM watsonx.ai Platform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4462272"/>
            <a:ext cx="10332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14400" y="4645152"/>
            <a:ext cx="10332720" cy="1097280"/>
          </a:xfrm>
          <a:prstGeom prst="rect">
            <a:avLst/>
          </a:prstGeom>
          <a:solidFill>
            <a:srgbClr val="70AD47"/>
          </a:solidFill>
          <a:ln/>
        </p:spPr>
      </p:sp>
      <p:sp>
        <p:nvSpPr>
          <p:cNvPr id="20" name="Text 18"/>
          <p:cNvSpPr/>
          <p:nvPr/>
        </p:nvSpPr>
        <p:spPr>
          <a:xfrm>
            <a:off x="1097280" y="47823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KNOWLEDGE LAYER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97280" y="5212080"/>
            <a:ext cx="996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EE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Vector DB  |  USDA + WHO + Indian Food Composition Tables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91440"/>
            <a:ext cx="1179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Usage — IBM Granite 3.2 8B Instruct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61520" cy="18288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6693408"/>
            <a:ext cx="12161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Raj  |  Ramgarh Engineering College  |  AICTE Internship 2026  |  Edunet Foundation × IBM SkillsBuild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1161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ibm/granite-3-2-8b-instruct  |  Platform: IBM watsonx.ai  |  Region: us-south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1234440"/>
            <a:ext cx="2743200" cy="1188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32588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11,761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19202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EE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Tokens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0" y="1234440"/>
            <a:ext cx="2743200" cy="118872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32588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10,885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200400" y="19202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EE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Tokens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234440"/>
            <a:ext cx="2743200" cy="1188720"/>
          </a:xfrm>
          <a:prstGeom prst="rect">
            <a:avLst/>
          </a:prstGeom>
          <a:solidFill>
            <a:srgbClr val="70AD47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0" y="132588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876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126480" y="19202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EE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Tokens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052560" y="1234440"/>
            <a:ext cx="2743200" cy="1188720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18" name="Text 16"/>
          <p:cNvSpPr/>
          <p:nvPr/>
        </p:nvSpPr>
        <p:spPr>
          <a:xfrm>
            <a:off x="9052560" y="132588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052560" y="19202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EEB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Calls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2606040"/>
            <a:ext cx="11612880" cy="38404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" y="2633472"/>
            <a:ext cx="5943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63640" y="263347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Tokens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92440" y="2633472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Tokens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012680" y="263347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74320" y="3017520"/>
            <a:ext cx="11612880" cy="42062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" y="3081528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(AGENT_INSTRUCTIONS)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263640" y="308152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420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092440" y="3081528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0012680" y="3081528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420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74320" y="3456432"/>
            <a:ext cx="1161288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3520440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Query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263640" y="3520440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092440" y="352044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0012680" y="3520440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74320" y="3895344"/>
            <a:ext cx="11612880" cy="42062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6" name="Text 34"/>
          <p:cNvSpPr/>
          <p:nvPr/>
        </p:nvSpPr>
        <p:spPr>
          <a:xfrm>
            <a:off x="320040" y="3959352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Knowledge Base Context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263640" y="395935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092440" y="3959352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0012680" y="3959352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74320" y="4334256"/>
            <a:ext cx="1161288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320040" y="4398264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Profile Input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263640" y="4398264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092440" y="439826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10012680" y="4398264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74320" y="4773168"/>
            <a:ext cx="11612880" cy="42062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6" name="Text 44"/>
          <p:cNvSpPr/>
          <p:nvPr/>
        </p:nvSpPr>
        <p:spPr>
          <a:xfrm>
            <a:off x="320040" y="4837176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 Knowledge Agent (Granite)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263640" y="48371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2,460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092440" y="4837176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10012680" y="483717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2,680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74320" y="5212080"/>
            <a:ext cx="1161288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" y="5276088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 Recommendation Agent (Granite)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263640" y="527608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3,100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8092440" y="5276088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10012680" y="5276088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3,388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274320" y="5650992"/>
            <a:ext cx="11612880" cy="42062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56" name="Text 54"/>
          <p:cNvSpPr/>
          <p:nvPr/>
        </p:nvSpPr>
        <p:spPr>
          <a:xfrm>
            <a:off x="320040" y="5715000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Advisory Agent (Granite)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263640" y="5715000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3,440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092440" y="571500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368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10012680" y="5715000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3,808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274320" y="6089904"/>
            <a:ext cx="11612880" cy="420624"/>
          </a:xfrm>
          <a:prstGeom prst="rect">
            <a:avLst/>
          </a:prstGeom>
          <a:solidFill>
            <a:srgbClr val="E2EFDA"/>
          </a:solidFill>
          <a:ln/>
        </p:spPr>
      </p:sp>
      <p:sp>
        <p:nvSpPr>
          <p:cNvPr id="61" name="Text 59"/>
          <p:cNvSpPr/>
          <p:nvPr/>
        </p:nvSpPr>
        <p:spPr>
          <a:xfrm>
            <a:off x="320040" y="6153912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5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263640" y="615391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5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10,885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8092440" y="6153912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5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876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10012680" y="6153912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5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11,761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91440"/>
            <a:ext cx="1179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&amp; Uniqueness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61520" cy="18288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6693408"/>
            <a:ext cx="12161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Raj  |  Ramgarh Engineering College  |  AICTE Internship 2026  |  Edunet Foundation × IBM SkillsBuild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822960"/>
            <a:ext cx="73152" cy="914400"/>
          </a:xfrm>
          <a:prstGeom prst="rect">
            <a:avLst/>
          </a:prstGeom>
          <a:solidFill>
            <a:srgbClr val="70AD47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886968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Architecture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1280160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a simple chatbot, this system uses 4 specialised agents that collaborate — resulting in far more accurate and contextual recommendations.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920240"/>
            <a:ext cx="73152" cy="914400"/>
          </a:xfrm>
          <a:prstGeom prst="rect">
            <a:avLst/>
          </a:prstGeom>
          <a:solidFill>
            <a:srgbClr val="70AD47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984248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RAG-Based Accuracy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2377440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 is grounded in real nutritional data retrieved from USDA and WHO databases — no hallucinations, no guesswork.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73152" cy="914400"/>
          </a:xfrm>
          <a:prstGeom prst="rect">
            <a:avLst/>
          </a:prstGeom>
          <a:solidFill>
            <a:srgbClr val="70AD47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081528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Food Specialisation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02920" y="3474720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50+ regional Indian cuisines, Jain and Halal dietary rules, traditional superfoods like amla, moringa, and methi.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4114800"/>
            <a:ext cx="73152" cy="914400"/>
          </a:xfrm>
          <a:prstGeom prst="rect">
            <a:avLst/>
          </a:prstGeom>
          <a:solidFill>
            <a:srgbClr val="70AD47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178808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Profile Management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2920" y="4572000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session can manage diet plans for multiple family members — each with different ages, conditions, and nutritional goals.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5212080"/>
            <a:ext cx="73152" cy="914400"/>
          </a:xfrm>
          <a:prstGeom prst="rect">
            <a:avLst/>
          </a:prstGeom>
          <a:solidFill>
            <a:srgbClr val="70AD47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5276088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Customisable Agent Behaviour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2920" y="5669280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AGENT_INSTRUCTIONS section in the System Prompt allows easy customisation of tone, safety rules, and specialisations without touching the LangFlow canvas.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91440"/>
            <a:ext cx="1179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Impact &amp; Future Scope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61520" cy="18288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6693408"/>
            <a:ext cx="12161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Raj  |  Ramgarh Engineering College  |  AICTE Internship 2026  |  Edunet Foundation × IBM SkillsBuild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274320" y="822960"/>
            <a:ext cx="11612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Impact: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61872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Bridges the gap between AI technology and India's nutrition healthcare deficit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1682496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Provides free, personalised dietary guidance to individuals who cannot afford a dietitian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1031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Especially valuable for rural communities with limited healthcare access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523744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Directly addresses India's diabetes and malnutrition crisis with preventive AI guidance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4320" y="3127248"/>
            <a:ext cx="11612880" cy="0"/>
          </a:xfrm>
          <a:prstGeom prst="line">
            <a:avLst/>
          </a:prstGeom>
          <a:noFill/>
          <a:ln w="12700">
            <a:solidFill>
              <a:srgbClr val="BDD7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3246120"/>
            <a:ext cx="11612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Scope: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7033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Wearable integration — sync with fitness trackers for real-time calorie adjustments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4123944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Voice assistant — multilingual support in Hindi, Tamil, Telugu, Bengali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54456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Image-based meal logging — photograph your plate for instant nutrition analysis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4965192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Hospital EHR integration — share AI diet plans directly with doctors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5385816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Budget-smart grocery planning — seasonal Indian produce recommendations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91440"/>
            <a:ext cx="1179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61520" cy="18288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6693408"/>
            <a:ext cx="12161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Raj  |  Ramgarh Engineering College  |  AICTE Internship 2026  |  Edunet Foundation × IBM SkillsBuild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822960"/>
            <a:ext cx="1161288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822960"/>
            <a:ext cx="11612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github.com/AMANRAJ-Droid/nutrition-agent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74320" y="1828800"/>
            <a:ext cx="11612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in the Repository: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2304288"/>
            <a:ext cx="11612880" cy="71323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35000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app.json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26280" y="2350008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LangFlow exported flow file — import directly into LangFlow to load the complete multi-agent flow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3108960"/>
            <a:ext cx="1161288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31546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NutritionAgent_ProblemStatement.pdf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26280" y="3154680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project problem statement with architecture and social impact analysis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913632"/>
            <a:ext cx="11612880" cy="71323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395935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NutritionAgent_Presentation.pptx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26280" y="3959352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submission presentation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4718304"/>
            <a:ext cx="1161288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4764024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Testimonial_AmanRaj.pdf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26280" y="4764024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testimonial document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5522976"/>
            <a:ext cx="11612880" cy="71323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5568696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README.md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26280" y="5568696"/>
            <a:ext cx="7132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overview, setup instructions, technology stack, and deployment guide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54880"/>
            <a:ext cx="12161520" cy="2103120"/>
          </a:xfrm>
          <a:prstGeom prst="rect">
            <a:avLst/>
          </a:prstGeom>
          <a:solidFill>
            <a:srgbClr val="16385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737360"/>
            <a:ext cx="11247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57200" y="329184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Nutrition Agent  |  IBM watsonx.ai + LangFlow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98348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 Raj  |  aramanrajaramanraj@gmail.com  |  +91 9334955453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5376672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github.com/AMANRAJ-Droid/nutrition-agent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58064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AICTE Internship 2026  |  Edunet Foundation × IBM SkillsBuild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2026-07-14T07:52:24Z</dcterms:created>
  <dcterms:modified xsi:type="dcterms:W3CDTF">2026-07-14T07:52:24Z</dcterms:modified>
</cp:coreProperties>
</file>