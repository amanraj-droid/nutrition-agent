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2743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20040" y="914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watsonx.ai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LangFlow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80560" y="109728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Agent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48056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"Exploring the Power of Agentic AI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IBM Granite and LangFlow"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80560" y="4206240"/>
            <a:ext cx="7315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4389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(Pre-Final Year)  |  Ramgarh Engineering College, Jharkhand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aramanrajaramanraj@gmail.com  |  +91 9334955453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8056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AICTE Internship 2026  |  Edunet Foundation × IBM SkillsBuild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Details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8" name="Shape 6"/>
          <p:cNvSpPr/>
          <p:nvPr/>
        </p:nvSpPr>
        <p:spPr>
          <a:xfrm>
            <a:off x="3017520" y="822960"/>
            <a:ext cx="8869680" cy="56692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89611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896112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 using IBM watsonx.ai + LangFlow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481328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2" name="Shape 10"/>
          <p:cNvSpPr/>
          <p:nvPr/>
        </p:nvSpPr>
        <p:spPr>
          <a:xfrm>
            <a:off x="3017520" y="1481328"/>
            <a:ext cx="886968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5544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1554480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 |  Nutrition  |  Agentic AI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4320" y="2139696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6" name="Shape 14"/>
          <p:cNvSpPr/>
          <p:nvPr/>
        </p:nvSpPr>
        <p:spPr>
          <a:xfrm>
            <a:off x="3017520" y="2139696"/>
            <a:ext cx="8869680" cy="56692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212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08960" y="2212848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2798064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7520" y="2798064"/>
            <a:ext cx="886968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87121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08960" y="2871216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aramanrajaramanraj@gmail.com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3456432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4" name="Shape 22"/>
          <p:cNvSpPr/>
          <p:nvPr/>
        </p:nvSpPr>
        <p:spPr>
          <a:xfrm>
            <a:off x="3017520" y="3456432"/>
            <a:ext cx="8869680" cy="56692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2958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(WhatsApp)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08960" y="352958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+91 9334955453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74320" y="4114800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8" name="Shape 26"/>
          <p:cNvSpPr/>
          <p:nvPr/>
        </p:nvSpPr>
        <p:spPr>
          <a:xfrm>
            <a:off x="3017520" y="4114800"/>
            <a:ext cx="886968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187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08960" y="4187952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Ramgarh Engineering College, Jharkhand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74320" y="4773168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2" name="Shape 30"/>
          <p:cNvSpPr/>
          <p:nvPr/>
        </p:nvSpPr>
        <p:spPr>
          <a:xfrm>
            <a:off x="3017520" y="4773168"/>
            <a:ext cx="8869680" cy="56692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484632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&amp; Year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4846320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Computer Science  |  Pre-Final Year (2026)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274320" y="5431536"/>
            <a:ext cx="2743200" cy="56692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6" name="Shape 34"/>
          <p:cNvSpPr/>
          <p:nvPr/>
        </p:nvSpPr>
        <p:spPr>
          <a:xfrm>
            <a:off x="3017520" y="5431536"/>
            <a:ext cx="886968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550468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08960" y="5504688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github.com/AMANRAJ-Droid/nutrition-agent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7132320" cy="2651760"/>
          </a:xfrm>
          <a:prstGeom prst="roundRect">
            <a:avLst>
              <a:gd name="adj" fmla="val 2759"/>
            </a:avLst>
          </a:prstGeom>
          <a:solidFill>
            <a:srgbClr val="FFFBEB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777240"/>
            <a:ext cx="73152" cy="2651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8686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298448"/>
            <a:ext cx="66751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Indians struggle with diet-related illnesses — diabetes, obesity, malnutrition — yet cannot access personalized, affordable nutritional guidance. Generic diet apps completely ignore Indian regional cuisines, languages, religious restrictions, and family-level dietary diversity.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56616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A56DB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7033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74320" y="449884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Diabetics in India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56616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A56DB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37033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200400" y="449884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stunted by malnutrition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56616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A56DB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37033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135M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126480" y="449884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Obese adults without guidance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52560" y="356616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A56DB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37033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1:1.27M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052560" y="449884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Dietitian-to-population ratio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680960" y="777240"/>
            <a:ext cx="4297680" cy="2651760"/>
          </a:xfrm>
          <a:prstGeom prst="roundRect">
            <a:avLst>
              <a:gd name="adj" fmla="val 2759"/>
            </a:avLst>
          </a:prstGeom>
          <a:solidFill>
            <a:srgbClr val="F0FDF4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0960" y="777240"/>
            <a:ext cx="73152" cy="26517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7909560" y="868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909560" y="132588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Personalized diet plans respecting Indian food culture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909560" y="167335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Real-time calorie &amp; nutrient analysis via RAG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909560" y="202082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Family-level nutrition management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09560" y="236829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Disease-specific guidance (diabetes, PCOS, thyroid)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09560" y="271576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Accessible to all — no dietitian required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74320" y="749808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Nutrition System built on LangFlow + IBM watsonx.ai, powered by IBM Granite 3.2 8B Instruct with a RAG pipeline for accurate, personalised guidance.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128016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228600" y="1280160"/>
            <a:ext cx="2743200" cy="50292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" y="1764792"/>
            <a:ext cx="2743200" cy="1828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" y="1874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Knowledge 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256032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verified nutritional data from USDA &amp; WHO databases via RAG pipeline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0" y="128016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280160"/>
            <a:ext cx="2743200" cy="5029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0" y="1764792"/>
            <a:ext cx="2743200" cy="182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291840" y="1874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Recommendation Agent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256032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personalised weekly meal plans tailored to health conditions and Indian food preferences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128016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172200" y="1280160"/>
            <a:ext cx="2743200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Shape 20"/>
          <p:cNvSpPr/>
          <p:nvPr/>
        </p:nvSpPr>
        <p:spPr>
          <a:xfrm>
            <a:off x="6172200" y="1764792"/>
            <a:ext cx="2743200" cy="1828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263640" y="1874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Advisory Agent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63640" y="256032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disease-specific dietary guidance for diabetes, thyroid, PCOS, and heart conditions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44000" y="128016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4000" y="1280160"/>
            <a:ext cx="274320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6"/>
          <p:cNvSpPr/>
          <p:nvPr/>
        </p:nvSpPr>
        <p:spPr>
          <a:xfrm>
            <a:off x="9144000" y="1764792"/>
            <a:ext cx="2743200" cy="182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35440" y="1874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Log &amp; Feedback Agent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35440" y="2560320"/>
            <a:ext cx="2560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logged meals and delivers instant calorie counts and nutritional feedback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28600" y="5257800"/>
            <a:ext cx="11704320" cy="1097280"/>
          </a:xfrm>
          <a:prstGeom prst="roundRect">
            <a:avLst>
              <a:gd name="adj" fmla="val 6667"/>
            </a:avLst>
          </a:prstGeom>
          <a:solidFill>
            <a:srgbClr val="1A56DB"/>
          </a:solidFill>
          <a:ln/>
        </p:spPr>
      </p:sp>
      <p:sp>
        <p:nvSpPr>
          <p:cNvPr id="33" name="Text 31"/>
          <p:cNvSpPr/>
          <p:nvPr/>
        </p:nvSpPr>
        <p:spPr>
          <a:xfrm>
            <a:off x="411480" y="5394960"/>
            <a:ext cx="11338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All agents share a RAG knowledge base powered by IBM watsonx embeddings — grounded in USDA, WHO, and Indian food composition datasets. No hallucinations, only verified nutritional data.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28600" y="777240"/>
            <a:ext cx="3749040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777240"/>
            <a:ext cx="374904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Shape 7"/>
          <p:cNvSpPr/>
          <p:nvPr/>
        </p:nvSpPr>
        <p:spPr>
          <a:xfrm>
            <a:off x="228600" y="1216152"/>
            <a:ext cx="3749040" cy="182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228600" y="777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 LangFlow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" y="1307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v1.3+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1645920"/>
            <a:ext cx="3529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multi-agent workflow orchestration — drag-and-drop agent building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06240" y="777240"/>
            <a:ext cx="3749040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0" y="777240"/>
            <a:ext cx="374904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5" name="Shape 13"/>
          <p:cNvSpPr/>
          <p:nvPr/>
        </p:nvSpPr>
        <p:spPr>
          <a:xfrm>
            <a:off x="4206240" y="1216152"/>
            <a:ext cx="3749040" cy="18288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777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IBM Granite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06240" y="1307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granite-3-2-8b-instruct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315968" y="1645920"/>
            <a:ext cx="3529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LLM for reasoning, diet personalisation, and nutritional summarisation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83880" y="777240"/>
            <a:ext cx="3749040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8183880" y="777240"/>
            <a:ext cx="374904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Shape 19"/>
          <p:cNvSpPr/>
          <p:nvPr/>
        </p:nvSpPr>
        <p:spPr>
          <a:xfrm>
            <a:off x="8183880" y="1216152"/>
            <a:ext cx="3749040" cy="1828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2" name="Text 20"/>
          <p:cNvSpPr/>
          <p:nvPr/>
        </p:nvSpPr>
        <p:spPr>
          <a:xfrm>
            <a:off x="8183880" y="777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IBM watsonx.ai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83880" y="1307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93608" y="1645920"/>
            <a:ext cx="3529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deployment, embeddings generation, and AI governance infrastructure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8600" y="3474720"/>
            <a:ext cx="3749040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8600" y="3474720"/>
            <a:ext cx="374904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28600" y="3913632"/>
            <a:ext cx="3749040" cy="182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228600" y="3474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RAG Pipeline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28600" y="40050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/ ChromaDB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38328" y="4343400"/>
            <a:ext cx="3529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real nutritional data from knowledge base before generating any response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06240" y="3474720"/>
            <a:ext cx="3749040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06240" y="3474720"/>
            <a:ext cx="374904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Shape 31"/>
          <p:cNvSpPr/>
          <p:nvPr/>
        </p:nvSpPr>
        <p:spPr>
          <a:xfrm>
            <a:off x="4206240" y="3913632"/>
            <a:ext cx="3749040" cy="1828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2"/>
          <p:cNvSpPr/>
          <p:nvPr/>
        </p:nvSpPr>
        <p:spPr>
          <a:xfrm>
            <a:off x="4206240" y="3474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IBM Cloud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206240" y="40050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us-south region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315968" y="4343400"/>
            <a:ext cx="3529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scalable cloud infrastructure for model serving and API management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83880" y="3474720"/>
            <a:ext cx="3749040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8183880" y="3474720"/>
            <a:ext cx="3749040" cy="457200"/>
          </a:xfrm>
          <a:prstGeom prst="rect">
            <a:avLst/>
          </a:prstGeom>
          <a:solidFill>
            <a:srgbClr val="92400E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0" y="3913632"/>
            <a:ext cx="3749040" cy="18288"/>
          </a:xfrm>
          <a:prstGeom prst="rect">
            <a:avLst/>
          </a:prstGeom>
          <a:solidFill>
            <a:srgbClr val="92400E"/>
          </a:solidFill>
          <a:ln/>
        </p:spPr>
      </p:sp>
      <p:sp>
        <p:nvSpPr>
          <p:cNvPr id="40" name="Text 38"/>
          <p:cNvSpPr/>
          <p:nvPr/>
        </p:nvSpPr>
        <p:spPr>
          <a:xfrm>
            <a:off x="8183880" y="3474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Vector Database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183880" y="40050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+ ChromaDB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93608" y="4343400"/>
            <a:ext cx="3529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nutritional embeddings for fast semantic search and context retrieval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Components Used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94183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A56DB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941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96926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Chat Input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46304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user queries about nutrition, BMI, diet plans, and family health. Entry point of the flow.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80467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0" y="94183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A56D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941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95160" y="96926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IBM watsonx AI Agent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146304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agent node powered by IBM Granite 3.2 8B Instruct. Orchestrates all sub-agents and produces the final response.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72491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86207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A56DB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62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288950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System Prompt (AGENT_INSTRUCTIONS)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38328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Customisable instructions: tone, Indian food preferences, safety rules, disease specialisations, family profile.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272491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286207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A56D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2862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95160" y="288950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File Component (RAG)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38328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USDA food composition CSV, WHO dietary guidelines PDF, and Indian food nutrition datasets into the knowledge base.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28600" y="464515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478231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A56DB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782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14400" y="480974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Text Input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65760" y="53035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multi-member family profile data — individual ages, health conditions, and dietary requirements.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09360" y="464515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478231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A56DB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4782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95160" y="480974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Chat Output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46520" y="53035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AI-generated personalised nutrition advice, meal plans, calorie analysis, and health recommendations.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Workflow — Agent Flow Canvas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31520"/>
            <a:ext cx="1179576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7132320" cy="1188720"/>
          </a:xfrm>
          <a:prstGeom prst="roundRect">
            <a:avLst>
              <a:gd name="adj" fmla="val 6154"/>
            </a:avLst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86968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User Interface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Chat UI  |  Web Browser  |  REST API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" y="198424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2130552"/>
            <a:ext cx="7132320" cy="1188720"/>
          </a:xfrm>
          <a:prstGeom prst="roundRect">
            <a:avLst>
              <a:gd name="adj" fmla="val 6154"/>
            </a:avLst>
          </a:prstGeom>
          <a:solidFill>
            <a:srgbClr val="1A56D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212848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Agent Orchestration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Multi-Agent Framework  |  IBM watsonx Agent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" y="331012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3456432"/>
            <a:ext cx="7132320" cy="1188720"/>
          </a:xfrm>
          <a:prstGeom prst="roundRect">
            <a:avLst>
              <a:gd name="adj" fmla="val 6154"/>
            </a:avLst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538728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AI Model Layer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3.2 8B Instruct  |  IBM watsonx.ai Platform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4320" y="463600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782312"/>
            <a:ext cx="7132320" cy="1188720"/>
          </a:xfrm>
          <a:prstGeom prst="roundRect">
            <a:avLst>
              <a:gd name="adj" fmla="val 6154"/>
            </a:avLst>
          </a:prstGeom>
          <a:solidFill>
            <a:srgbClr val="16A34A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64608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Data &amp; Knowledge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530352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DB  |  USDA + WHO + Indian Food Tables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80960" y="804672"/>
            <a:ext cx="4297680" cy="5440680"/>
          </a:xfrm>
          <a:prstGeom prst="roundRect">
            <a:avLst>
              <a:gd name="adj" fmla="val 1702"/>
            </a:avLst>
          </a:prstGeom>
          <a:solidFill>
            <a:srgbClr val="F3F4F6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0" y="93268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63840" y="141732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API keys secured via environment variables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863840" y="207568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IBM Cloud for elastic scalability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63840" y="2734056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RAG ensures real data — no hallucinations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63840" y="339242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 Indian cuisine built into agent instructions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0" y="405079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 Family multi-profile per session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863840" y="47091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Granite 3.2 8B — low latency inference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863840" y="536752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Each agent independently updateable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of Agentic AI in the Solution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2834640" cy="5303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941832" y="960120"/>
            <a:ext cx="1389888" cy="1389888"/>
          </a:xfrm>
          <a:prstGeom prst="roundRect">
            <a:avLst>
              <a:gd name="adj" fmla="val 7895"/>
            </a:avLst>
          </a:prstGeom>
          <a:solidFill>
            <a:srgbClr val="1A56DB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960120"/>
            <a:ext cx="1389888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20040" y="248716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Reasoning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" y="3200400"/>
            <a:ext cx="2615184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decomposes complex queries like "plan a diabetic diet for my 55-year-old father" into sub-tasks — data retrieval, meal planning, and health cross-checking — and resolves them independently.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804672"/>
            <a:ext cx="2834640" cy="5303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913632" y="960120"/>
            <a:ext cx="1389888" cy="1389888"/>
          </a:xfrm>
          <a:prstGeom prst="roundRect">
            <a:avLst>
              <a:gd name="adj" fmla="val 7895"/>
            </a:avLst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913632" y="960120"/>
            <a:ext cx="1389888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291840" y="248716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Awareness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3200400"/>
            <a:ext cx="2615184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user profiles and conversation history across the session — remembers age, health conditions, food allergies, and family members without the user needing to repeat themselves.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804672"/>
            <a:ext cx="2834640" cy="5303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6885432" y="960120"/>
            <a:ext cx="1389888" cy="1389888"/>
          </a:xfrm>
          <a:prstGeom prst="roundRect">
            <a:avLst>
              <a:gd name="adj" fmla="val 7895"/>
            </a:avLst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6885432" y="960120"/>
            <a:ext cx="1389888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263640" y="248716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Coordination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81928" y="3200400"/>
            <a:ext cx="2615184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collaborate: the Knowledge Agent feeds real-time nutritional data to the Diet Agent, which the Health Advisory Agent then validates against the user's medical conditions.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0" y="804672"/>
            <a:ext cx="2834640" cy="5303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9857232" y="960120"/>
            <a:ext cx="1389888" cy="1389888"/>
          </a:xfrm>
          <a:prstGeom prst="roundRect">
            <a:avLst>
              <a:gd name="adj" fmla="val 7895"/>
            </a:avLst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9857232" y="960120"/>
            <a:ext cx="1389888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235440" y="248716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Adaptation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53728" y="3200400"/>
            <a:ext cx="2615184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refines recommendations as the user logs meals, reports health changes, or adds new family members — the agent updates its plan dynamically within the same session.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Usage — LangFlow Logs Panel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31520"/>
            <a:ext cx="1179576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&amp; Uniqueness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9418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56DB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941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33272" y="98755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Intelligence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33272" y="1426464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specialised agents collaborate — far more accurate than a single monolithic chatbot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80467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0" y="9418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941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14032" y="98755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Accuracy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14032" y="1426464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USDA/WHO nutritional data retrieved before generation — eliminates hallucinations completely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72491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86207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620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33272" y="290779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Specialisation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33272" y="3346704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regional cuisines, religious restrictions (Jain, Halal), and traditional Indian superfoods supported natively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272491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286207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28620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114032" y="290779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Profile Management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14032" y="3346704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 manages multiple family members, each with individual health conditions and nutritional targets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28600" y="464515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478231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78231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33272" y="482803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Customisable AGENT_INSTRUCTIONS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33272" y="5266944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Tone, diet specialisation, safety rules, and cultural preferences editable without touching LangFlow nodes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09360" y="4645152"/>
            <a:ext cx="58521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478231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478231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114032" y="482803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Healthcare Focus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114032" y="5266944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dietary guidance for chronic disease management — goes beyond simple meal suggestions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914400"/>
            <a:ext cx="10698480" cy="109728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github.com/AMANRAJ-Droid/nutrition-agent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2240280"/>
            <a:ext cx="10698480" cy="3931920"/>
          </a:xfrm>
          <a:prstGeom prst="roundRect">
            <a:avLst>
              <a:gd name="adj" fmla="val 2326"/>
            </a:avLst>
          </a:prstGeom>
          <a:solidFill>
            <a:srgbClr val="111827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423160"/>
            <a:ext cx="10241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Contents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297180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9718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17320" y="299008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app.json  —  LangFlow exported flow — import directly into LangFlow to load the complete agent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3502152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5021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17320" y="35204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NutritionAgent_ProblemStatement.pdf  —  Complete problem statement document with architecture and social impact analysis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0120" y="403250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0325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17320" y="4050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NutritionAgent_Presentation.pptx  —  This submission presentation (16 slides)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" y="4562856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17320" y="45811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Testimonial_AmanRaj.pdf  —  Internship testimonial document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0120" y="5093208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1A56DB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09320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17320" y="511149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  —  Setup guide, tech stack overview, and deployment instructions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Public Repository  |  All required files uploaded  |  README enabled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73152"/>
            <a:ext cx="1170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" y="6601968"/>
            <a:ext cx="1197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  |  AICTE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1161288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804672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⌚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88720" y="89611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Integration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3075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with smartwatches to collect real-time activity data — auto-adjust calorie targets based on steps, heart rate, and sleep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901952"/>
            <a:ext cx="11612880" cy="96012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901952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88720" y="199339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&amp; Multilingual Support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240487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in 10+ Indian languages (Hindi, Tamil, Telugu, Bengali, Marathi) for accessibility in rural and semi-urban areas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999232"/>
            <a:ext cx="1161288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999232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188720" y="30906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Image-Based Meal Logging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50215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your thali for instant AI-powered calorie and nutrition analysis using computer vision + IBM Granite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096512"/>
            <a:ext cx="11612880" cy="96012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096512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188720" y="418795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EHR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AI-generated diet plans with doctors via HL7 FHIR integration — bridging AI nutrition guidance with clinical care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5193792"/>
            <a:ext cx="1161288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5193792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188720" y="528523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Grocery Planning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69671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local grocery APIs to generate budget-optimised, nutritious shopping lists using seasonal Indian produce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20640"/>
            <a:ext cx="12161520" cy="1737360"/>
          </a:xfrm>
          <a:prstGeom prst="rect">
            <a:avLst/>
          </a:prstGeom>
          <a:solidFill>
            <a:srgbClr val="0D47D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  |  IBM watsonx.ai + LangFlow + IBM Granite 3.2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aramanrajaramanraj@gmail.com  |  +91 9334955453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github.com/AMANRAJ-Droid/nutrition-agent  |  AICTE Internship 2026  |  Edunet Foundation × IBM SkillsBuild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2026-07-13T13:47:18Z</dcterms:created>
  <dcterms:modified xsi:type="dcterms:W3CDTF">2026-07-13T13:47:18Z</dcterms:modified>
</cp:coreProperties>
</file>